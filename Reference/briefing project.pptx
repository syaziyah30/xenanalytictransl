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63" r:id="rId5"/>
    <p:sldId id="262" r:id="rId6"/>
    <p:sldId id="258" r:id="rId7"/>
    <p:sldId id="260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61C8E-81CB-4032-8EA4-7F2345ECEA2B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720D2-D442-4176-9EF4-2335A0CE453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51498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A2204B-A329-4F89-8275-BDC46B5FE054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8071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DE6D-3666-1E74-D19B-472904D9F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28D3E-8030-7806-52EB-6514E3DFD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76210-FFC0-FC7C-8D35-7DDD84D5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74F3A-D1B2-E62C-445F-3A87790C5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8B02E-08F4-6B12-89A4-9EE18775B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0507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85E6-E99D-888F-F524-8D8EF409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A2903-C2A5-701E-8614-84F14B08D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F1E6C-53F4-3191-ECC6-0582C868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9C25A-0C37-6A69-3A9B-417447546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08653-E2FB-5ECF-7B32-C10F369A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071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77F-EEA2-F239-9D53-A0EDF97D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16A29-698A-6B04-7802-11E0BC507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03205-2623-F393-9CA5-E92081604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10B4A-CCFB-C2CA-98A5-1F8B65E8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BDCB-63B6-33F8-9693-3C06D45F0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899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1D1F-3F46-5859-3F6D-2E5E1936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A3171-5D40-AA48-6B2D-DA902CD52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36084-4D73-F3B3-EC71-4B2A6342E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F2653-0F0B-310F-D82D-27D976F8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B1C16-12BA-08CD-3C51-5D4497E6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93F2A-51DD-A27F-C965-6C768F33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17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F5B2E-AAA6-2B53-5842-3AF209F1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1C930-B0DD-E52D-960A-B725B43C4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6A272-8F57-EB50-7E59-630B62B3E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E078F-4092-4C7F-F805-5AEE8CE3C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FBA50-52D0-5472-52F7-8AE3E2B18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B6B225-ABC7-350C-41A6-779F24F8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26476-80B9-8FFD-70B2-B8095F74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C53DF-9E46-C57E-D8DC-A1A693DB3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421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A280-AEB2-F495-BF0C-2E387983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7F088-3562-558D-AA11-AC8397BD8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26E3F-39E9-A2CA-DD6B-5C27CA22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ED723-BDDF-08B5-4B75-F0A89B01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529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B5CC2C-0126-2ECA-D871-74A9E500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F59A6-AF4B-A16D-513D-C74A83A8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4D9FC-D5B9-7887-2667-A5782927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9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53AC-0E9F-E0D8-0167-0317F465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8154A-CAC2-13C9-164F-9F72FB5B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09469-C65F-D42F-09EA-1D3280B19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8A530-86A3-9ACD-A25C-87F33000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92398-F21E-1E61-3D8D-70C6AF84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F1F5F-65EF-5111-2A2F-817191E1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149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3E53-0F81-E4CD-BFF9-A91B2C48F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7DA47-A73F-071F-A61C-F654AE80F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08BA1-B96D-D7B7-75CE-57017EDA7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15A35-011E-0356-CF88-B40F75DE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A079F-7D65-F4DD-2885-585D461F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1BD96-51E1-7FD2-13EA-E63A83B6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830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F0054-A21E-4885-4CAF-CD126261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94544-B6E4-F7E7-A374-F46CD3427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3D17B-B211-9F6C-8640-D6683DA8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66298-4421-6C61-8DEC-315B086FC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17F43-0919-88E6-EFC7-C3DD699C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219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D8263-ACAC-33F2-EBAF-8559E986C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8E664-2B93-1261-CE28-16A3C079A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457BC-58A8-E03F-AB2D-9E42B9C79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05DAB-A6FE-7ADA-C241-A3668296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6307E-E2FE-D0A9-4339-5BF679907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9087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79BBF-11E4-8578-B545-0E66524D7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756C3-CA01-E918-91A7-38C2933CD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B01E1-D769-44D1-6FB3-D0533E35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9257F-037A-47B5-A07B-A73CC606E6AA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4E7EA-8FA1-7046-3578-6919A57D4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98A2F-1C09-A68F-03B4-F3E2CB3C1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AABFD-51ED-4551-B5AF-C350D1EF407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578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F65F-EC59-EDC8-BC12-AD9CA7F136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XenAnalyticsTrans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B4BCF-2D5F-86FE-E8C9-DC4ABCACBD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on 24/09/2026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35996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B1A80-F60E-FFEE-6899-A8924D2AD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11D4B9-3CFC-19E1-8E77-3B9E4C60F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1023937"/>
            <a:ext cx="910590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7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76D17-86FD-8BDE-300E-E643A7D4D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5DD736-B100-D64B-9C96-F4E54DF85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50" y="1011237"/>
            <a:ext cx="9144000" cy="4465637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Siemen is using </a:t>
            </a:r>
            <a:r>
              <a:rPr lang="en-MY" sz="2000" dirty="0"/>
              <a:t>SCL (Structured Control Language)</a:t>
            </a:r>
          </a:p>
          <a:p>
            <a:pPr algn="l"/>
            <a:endParaRPr lang="en-MY" sz="2000" dirty="0"/>
          </a:p>
          <a:p>
            <a:pPr algn="l"/>
            <a:r>
              <a:rPr lang="en-MY" sz="2000" dirty="0"/>
              <a:t>ST is the official generic name defined by the international IEC 61131-3 standard. SCL is what Siemens calls its exact implementation of ST</a:t>
            </a:r>
          </a:p>
          <a:p>
            <a:pPr algn="l"/>
            <a:endParaRPr lang="en-MY" sz="2000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MY" sz="2000" b="1" dirty="0"/>
              <a:t>ST (Structured Text)</a:t>
            </a:r>
            <a:r>
              <a:rPr lang="en-MY" sz="2000" dirty="0"/>
              <a:t> → IEC 61131-3 standard PLC programming language.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MY" sz="2000" b="1" dirty="0"/>
              <a:t>SCL (Structured Control Language)</a:t>
            </a:r>
            <a:r>
              <a:rPr lang="en-MY" sz="2000" dirty="0"/>
              <a:t> → </a:t>
            </a:r>
            <a:r>
              <a:rPr lang="en-MY" sz="2000" b="1" dirty="0"/>
              <a:t>Siemens' implementation/dialect of Structured Text</a:t>
            </a:r>
            <a:r>
              <a:rPr lang="en-MY" sz="2000" dirty="0"/>
              <a:t>, used in Siemens PLCs/TIA Portal.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16403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02DB-84CB-EBC0-04DC-61966420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B2A23-FDBE-B9F6-4E17-39A499D08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148DF-A696-D930-3040-1214516EA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8"/>
            <a:ext cx="12192000" cy="658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96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1F7F56-594F-286A-DFE6-DDAB46031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77" y="228600"/>
            <a:ext cx="11888246" cy="64940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F43AAA-E3D4-9AE6-E766-8621A468EFEE}"/>
              </a:ext>
            </a:extLst>
          </p:cNvPr>
          <p:cNvSpPr/>
          <p:nvPr/>
        </p:nvSpPr>
        <p:spPr>
          <a:xfrm>
            <a:off x="8494683" y="5706988"/>
            <a:ext cx="299408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Gemini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</a:p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 for API. Interact.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2903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57844-3EB6-6A06-E7F7-773E5DA7E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168720-CD8E-1528-9B84-CD8D3ED60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129343"/>
              </p:ext>
            </p:extLst>
          </p:nvPr>
        </p:nvGraphicFramePr>
        <p:xfrm>
          <a:off x="690879" y="893021"/>
          <a:ext cx="11024871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048">
                  <a:extLst>
                    <a:ext uri="{9D8B030D-6E8A-4147-A177-3AD203B41FA5}">
                      <a16:colId xmlns:a16="http://schemas.microsoft.com/office/drawing/2014/main" val="2248621125"/>
                    </a:ext>
                  </a:extLst>
                </a:gridCol>
                <a:gridCol w="1676074">
                  <a:extLst>
                    <a:ext uri="{9D8B030D-6E8A-4147-A177-3AD203B41FA5}">
                      <a16:colId xmlns:a16="http://schemas.microsoft.com/office/drawing/2014/main" val="272835093"/>
                    </a:ext>
                  </a:extLst>
                </a:gridCol>
                <a:gridCol w="2077593">
                  <a:extLst>
                    <a:ext uri="{9D8B030D-6E8A-4147-A177-3AD203B41FA5}">
                      <a16:colId xmlns:a16="http://schemas.microsoft.com/office/drawing/2014/main" val="3636599589"/>
                    </a:ext>
                  </a:extLst>
                </a:gridCol>
                <a:gridCol w="2999578">
                  <a:extLst>
                    <a:ext uri="{9D8B030D-6E8A-4147-A177-3AD203B41FA5}">
                      <a16:colId xmlns:a16="http://schemas.microsoft.com/office/drawing/2014/main" val="1897485437"/>
                    </a:ext>
                  </a:extLst>
                </a:gridCol>
                <a:gridCol w="2999578">
                  <a:extLst>
                    <a:ext uri="{9D8B030D-6E8A-4147-A177-3AD203B41FA5}">
                      <a16:colId xmlns:a16="http://schemas.microsoft.com/office/drawing/2014/main" val="12943755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CURRENT VERISON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COMMENT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4228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QWEN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OpenRouter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Qwen3.8 Flash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Cheap and Reliable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7245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OpenRouter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Qwen3.8 27B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Free but limited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360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OpenRouter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Qwen3.8 Max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Coding, Slower, </a:t>
                      </a:r>
                      <a:r>
                        <a:rPr lang="en-US" dirty="0" err="1"/>
                        <a:t>pricer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70973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OpenRouter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Gemini 3.1 Flash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Cheapest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558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Llama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Huggingface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Llama 3.1 8B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66508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Claude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Subscription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Opus 5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2192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Subscription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Sonnet 5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Cheaper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80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CHATGP0054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OpenRouter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GPT 5.6 Luna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6126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5DFFCC-89FA-6AAA-F6BF-951C88681140}"/>
              </a:ext>
            </a:extLst>
          </p:cNvPr>
          <p:cNvSpPr txBox="1"/>
          <p:nvPr/>
        </p:nvSpPr>
        <p:spPr>
          <a:xfrm>
            <a:off x="607059" y="318371"/>
            <a:ext cx="1854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in 07/10/2026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2429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75DBC-198B-47D8-936C-45B002D4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46B129-0176-0F9C-EF47-6756B5CD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20" t="-2147" r="-730" b="-843"/>
          <a:stretch>
            <a:fillRect/>
          </a:stretch>
        </p:blipFill>
        <p:spPr>
          <a:xfrm>
            <a:off x="115504" y="875899"/>
            <a:ext cx="11665818" cy="50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90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3FB82-6BC6-D5FC-8940-ED3705B4C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8174C-3912-3650-1529-DEF000909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94" y="747426"/>
            <a:ext cx="6010161" cy="25672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E73E2B-9DFB-E289-5DFB-0BC4F7B9D9F8}"/>
              </a:ext>
            </a:extLst>
          </p:cNvPr>
          <p:cNvSpPr/>
          <p:nvPr/>
        </p:nvSpPr>
        <p:spPr>
          <a:xfrm>
            <a:off x="485775" y="1400175"/>
            <a:ext cx="409575" cy="14859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3A46C8-8598-26B0-4AF2-3FB0493DA675}"/>
              </a:ext>
            </a:extLst>
          </p:cNvPr>
          <p:cNvSpPr/>
          <p:nvPr/>
        </p:nvSpPr>
        <p:spPr>
          <a:xfrm>
            <a:off x="1642829" y="162651"/>
            <a:ext cx="311655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Claude Sonnet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D1C296-E367-4E95-33FE-F317638DA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522" y="747426"/>
            <a:ext cx="4972703" cy="254711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7B231C9-6D34-7757-7E35-A71A4E12C277}"/>
              </a:ext>
            </a:extLst>
          </p:cNvPr>
          <p:cNvSpPr/>
          <p:nvPr/>
        </p:nvSpPr>
        <p:spPr>
          <a:xfrm>
            <a:off x="8366823" y="162651"/>
            <a:ext cx="186057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Qwen 3.8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1EFBD3-5C3A-1B95-E4F2-B98825611D58}"/>
              </a:ext>
            </a:extLst>
          </p:cNvPr>
          <p:cNvSpPr/>
          <p:nvPr/>
        </p:nvSpPr>
        <p:spPr>
          <a:xfrm>
            <a:off x="6733522" y="1288113"/>
            <a:ext cx="409575" cy="14859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375A12-4EDB-C772-8208-E1E4D9D37733}"/>
              </a:ext>
            </a:extLst>
          </p:cNvPr>
          <p:cNvSpPr txBox="1"/>
          <p:nvPr/>
        </p:nvSpPr>
        <p:spPr>
          <a:xfrm>
            <a:off x="8062765" y="3771900"/>
            <a:ext cx="2468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112.3s with 4025 token</a:t>
            </a:r>
            <a:endParaRPr lang="en-MY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E20E7C-F0D8-7A5F-0C7E-E89072A95996}"/>
              </a:ext>
            </a:extLst>
          </p:cNvPr>
          <p:cNvSpPr txBox="1"/>
          <p:nvPr/>
        </p:nvSpPr>
        <p:spPr>
          <a:xfrm>
            <a:off x="2028479" y="3358635"/>
            <a:ext cx="2345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76.2s with 6849 token</a:t>
            </a:r>
            <a:endParaRPr lang="en-M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2C6922-07C3-9E4A-7D17-0B2FC3CE4A0B}"/>
              </a:ext>
            </a:extLst>
          </p:cNvPr>
          <p:cNvSpPr txBox="1"/>
          <p:nvPr/>
        </p:nvSpPr>
        <p:spPr>
          <a:xfrm>
            <a:off x="8180585" y="4433922"/>
            <a:ext cx="2233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78.3 with 3792 token</a:t>
            </a:r>
            <a:endParaRPr lang="en-MY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65B5AD-5C2E-67B1-F9CE-40F875E25068}"/>
              </a:ext>
            </a:extLst>
          </p:cNvPr>
          <p:cNvSpPr txBox="1"/>
          <p:nvPr/>
        </p:nvSpPr>
        <p:spPr>
          <a:xfrm>
            <a:off x="2414130" y="6326017"/>
            <a:ext cx="2345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94.5s with 5965 token</a:t>
            </a:r>
            <a:endParaRPr lang="en-MY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266960-D5D8-2124-9E4A-61D662AD6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2" y="3899475"/>
            <a:ext cx="5281608" cy="212347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91008E0-2BF6-F998-7962-BDA051632F36}"/>
              </a:ext>
            </a:extLst>
          </p:cNvPr>
          <p:cNvSpPr/>
          <p:nvPr/>
        </p:nvSpPr>
        <p:spPr>
          <a:xfrm>
            <a:off x="814392" y="4295775"/>
            <a:ext cx="409575" cy="14859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0740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86D122-665A-1204-703D-FF94B43B3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460871"/>
            <a:ext cx="8025262" cy="41206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1FD3543-D30A-2D21-058B-CB0164D45589}"/>
              </a:ext>
            </a:extLst>
          </p:cNvPr>
          <p:cNvSpPr/>
          <p:nvPr/>
        </p:nvSpPr>
        <p:spPr>
          <a:xfrm>
            <a:off x="422042" y="4868001"/>
            <a:ext cx="1134791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Attention : Need to rename the “New Instance” into the variable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4746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2805</TotalTime>
  <Words>170</Words>
  <Application>Microsoft Office PowerPoint</Application>
  <PresentationFormat>Widescreen</PresentationFormat>
  <Paragraphs>50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XenAnalyticsTrans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8</cp:revision>
  <dcterms:created xsi:type="dcterms:W3CDTF">2026-09-24T02:17:12Z</dcterms:created>
  <dcterms:modified xsi:type="dcterms:W3CDTF">2026-10-09T10:04:34Z</dcterms:modified>
</cp:coreProperties>
</file>