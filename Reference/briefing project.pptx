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61" r:id="rId4"/>
    <p:sldId id="263" r:id="rId5"/>
    <p:sldId id="262" r:id="rId6"/>
    <p:sldId id="258" r:id="rId7"/>
    <p:sldId id="260" r:id="rId8"/>
    <p:sldId id="264" r:id="rId9"/>
    <p:sldId id="267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B61C8E-81CB-4032-8EA4-7F2345ECEA2B}" type="datetimeFigureOut">
              <a:rPr lang="en-MY" smtClean="0"/>
              <a:t>19/10/2026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4720D2-D442-4176-9EF4-2335A0CE453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514986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A2204B-A329-4F89-8275-BDC46B5FE054}" type="slidenum">
              <a:rPr lang="en-MY" smtClean="0"/>
              <a:t>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807164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3EDE6D-3666-1E74-D19B-472904D9F7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CE28D3E-8030-7806-52EB-6514E3DFDD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C76210-FFC0-FC7C-8D35-7DDD84D58A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19/10/2026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074F3A-D1B2-E62C-445F-3A87790C59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48B02E-08F4-6B12-89A4-9EE18775B0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9050773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7285E6-E99D-888F-F524-8D8EF409B4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1A2903-C2A5-701E-8614-84F14B08D7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BF1E6C-53F4-3191-ECC6-0582C868F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19/10/2026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99C25A-0C37-6A69-3A9B-4174475461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F08653-E2FB-5ECF-7B32-C10F369A8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907171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4C77F-EEA2-F239-9D53-A0EDF97D8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116A29-698A-6B04-7802-11E0BC507B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103205-2623-F393-9CA5-E92081604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19/10/2026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F10B4A-CCFB-C2CA-98A5-1F8B65E8A8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34BDCB-63B6-33F8-9693-3C06D45F0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489953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BD1D1F-3F46-5859-3F6D-2E5E1936FE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FA3171-5D40-AA48-6B2D-DA902CD523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236084-4D73-F3B3-EC71-4B2A6342E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AF2653-0F0B-310F-D82D-27D976F89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19/10/2026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DB1C16-12BA-08CD-3C51-5D4497E608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693F2A-51DD-A27F-C965-6C768F3301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51795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F5B2E-AAA6-2B53-5842-3AF209F1A0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C1C930-B0DD-E52D-960A-B725B43C4A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F6A272-8F57-EB50-7E59-630B62B3E4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D2E078F-4092-4C7F-F805-5AEE8CE3C6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BDFBA50-52D0-5472-52F7-8AE3E2B187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7B6B225-ABC7-350C-41A6-779F24F87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19/10/2026</a:t>
            </a:fld>
            <a:endParaRPr lang="en-MY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1726476-80B9-8FFD-70B2-B8095F745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BFC53DF-9E46-C57E-D8DC-A1A693DB3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742161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2CA280-AEB2-F495-BF0C-2E38798338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287F088-3562-558D-AA11-AC8397BD83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19/10/2026</a:t>
            </a:fld>
            <a:endParaRPr lang="en-MY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E26E3F-39E9-A2CA-DD6B-5C27CA2286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2ED723-BDDF-08B5-4B75-F0A89B011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952962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B5CC2C-0126-2ECA-D871-74A9E5003C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19/10/2026</a:t>
            </a:fld>
            <a:endParaRPr lang="en-MY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88F59A6-AF4B-A16D-513D-C74A83A84D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44D9FC-D5B9-7887-2667-A57829276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96935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C353AC-0E9F-E0D8-0167-0317F4650D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B8154A-CAC2-13C9-164F-9F72FB5B9D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C09469-C65F-D42F-09EA-1D3280B195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08A530-86A3-9ACD-A25C-87F3300092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19/10/2026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192398-F21E-1E61-3D8D-70C6AF84E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EF1F5F-65EF-5111-2A2F-817191E10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14918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893E53-0F81-E4CD-BFF9-A91B2C48F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357DA47-A73F-071F-A61C-F654AE80FF5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MY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E08BA1-B96D-D7B7-75CE-57017EDA71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D15A35-011E-0356-CF88-B40F75DE7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19/10/2026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2A079F-7D65-F4DD-2885-585D461F1D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21BD96-51E1-7FD2-13EA-E63A83B60C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483052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DF0054-A21E-4885-4CAF-CD12626197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6B94544-B6E4-F7E7-A374-F46CD34275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03D17B-B211-9F6C-8640-D6683DA85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19/10/2026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E66298-4421-6C61-8DEC-315B086FC5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E17F43-0919-88E6-EFC7-C3DD699C0F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21931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1AD8263-ACAC-33F2-EBAF-8559E986CA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48E664-2B93-1261-CE28-16A3C079AC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1457BC-58A8-E03F-AB2D-9E42B9C79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19/10/2026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405DAB-A6FE-7ADA-C241-A36682967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E6307E-E2FE-D0A9-4339-5BF679907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908771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6379BBF-11E4-8578-B545-0E66524D7D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756C3-CA01-E918-91A7-38C2933CDF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3B01E1-D769-44D1-6FB3-D0533E351A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49257F-037A-47B5-A07B-A73CC606E6AA}" type="datetimeFigureOut">
              <a:rPr lang="en-MY" smtClean="0"/>
              <a:t>19/10/2026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04E7EA-8FA1-7046-3578-6919A57D4C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298A2F-1C09-A68F-03B4-F3E2CB3C19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157862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EEF65F-EC59-EDC8-BC12-AD9CA7F136A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XenAnalyticsTrans</a:t>
            </a:r>
            <a:endParaRPr lang="en-MY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EB4BCF-2D5F-86FE-E8C9-DC4ABCACBDD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Created on 24/09/2026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23599665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0B1A80-F60E-FFEE-6899-A8924D2AD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911D4B9-3CFC-19E1-8E77-3B9E4C60FD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3050" y="1023937"/>
            <a:ext cx="9105900" cy="4352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12706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D76D17-86FD-8BDE-300E-E643A7D4DE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A5DD736-B100-D64B-9C96-F4E54DF85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28750" y="1011237"/>
            <a:ext cx="9144000" cy="4465637"/>
          </a:xfrm>
        </p:spPr>
        <p:txBody>
          <a:bodyPr>
            <a:normAutofit/>
          </a:bodyPr>
          <a:lstStyle/>
          <a:p>
            <a:pPr algn="l"/>
            <a:r>
              <a:rPr lang="en-US" sz="2000" dirty="0"/>
              <a:t>Siemen is using </a:t>
            </a:r>
            <a:r>
              <a:rPr lang="en-MY" sz="2000" dirty="0"/>
              <a:t>SCL (Structured Control Language)</a:t>
            </a:r>
          </a:p>
          <a:p>
            <a:pPr algn="l"/>
            <a:endParaRPr lang="en-MY" sz="2000" dirty="0"/>
          </a:p>
          <a:p>
            <a:pPr algn="l"/>
            <a:r>
              <a:rPr lang="en-MY" sz="2000" dirty="0"/>
              <a:t>ST is the official generic name defined by the international IEC 61131-3 standard. SCL is what Siemens calls its exact implementation of ST</a:t>
            </a:r>
          </a:p>
          <a:p>
            <a:pPr algn="l"/>
            <a:endParaRPr lang="en-MY" sz="2000" dirty="0"/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en-MY" sz="2000" b="1" dirty="0"/>
              <a:t>ST (Structured Text)</a:t>
            </a:r>
            <a:r>
              <a:rPr lang="en-MY" sz="2000" dirty="0"/>
              <a:t> → IEC 61131-3 standard PLC programming language. </a:t>
            </a: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en-MY" sz="2000" b="1" dirty="0"/>
              <a:t>SCL (Structured Control Language)</a:t>
            </a:r>
            <a:r>
              <a:rPr lang="en-MY" sz="2000" dirty="0"/>
              <a:t> → </a:t>
            </a:r>
            <a:r>
              <a:rPr lang="en-MY" sz="2000" b="1" dirty="0"/>
              <a:t>Siemens' implementation/dialect of Structured Text</a:t>
            </a:r>
            <a:r>
              <a:rPr lang="en-MY" sz="2000" dirty="0"/>
              <a:t>, used in Siemens PLCs/TIA Portal.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MY" sz="2000" dirty="0"/>
          </a:p>
        </p:txBody>
      </p:sp>
    </p:spTree>
    <p:extLst>
      <p:ext uri="{BB962C8B-B14F-4D97-AF65-F5344CB8AC3E}">
        <p14:creationId xmlns:p14="http://schemas.microsoft.com/office/powerpoint/2010/main" val="16403891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B102DB-84CB-EBC0-04DC-6196642082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1B2A23-FDBE-B9F6-4E17-39A499D08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MY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7148DF-A696-D930-3040-1214516EA4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448"/>
            <a:ext cx="12192000" cy="6587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45969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B1F7F56-594F-286A-DFE6-DDAB460318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877" y="228600"/>
            <a:ext cx="11888246" cy="6494051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5AF43AAA-E3D4-9AE6-E766-8621A468EFEE}"/>
              </a:ext>
            </a:extLst>
          </p:cNvPr>
          <p:cNvSpPr/>
          <p:nvPr/>
        </p:nvSpPr>
        <p:spPr>
          <a:xfrm>
            <a:off x="8494683" y="5706988"/>
            <a:ext cx="2994089" cy="1015663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Gemini</a:t>
            </a:r>
          </a:p>
          <a:p>
            <a:pPr algn="ctr"/>
            <a:r>
              <a:rPr 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Token</a:t>
            </a:r>
          </a:p>
          <a:p>
            <a:pPr algn="ctr"/>
            <a:r>
              <a:rPr 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Function for API. Interact.</a:t>
            </a:r>
            <a:endParaRPr lang="en-US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6929030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57844-3EB6-6A06-E7F7-773E5DA7E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3168720-CD8E-1528-9B84-CD8D3ED60D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3129343"/>
              </p:ext>
            </p:extLst>
          </p:nvPr>
        </p:nvGraphicFramePr>
        <p:xfrm>
          <a:off x="690879" y="893021"/>
          <a:ext cx="11024871" cy="387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2048">
                  <a:extLst>
                    <a:ext uri="{9D8B030D-6E8A-4147-A177-3AD203B41FA5}">
                      <a16:colId xmlns:a16="http://schemas.microsoft.com/office/drawing/2014/main" val="2248621125"/>
                    </a:ext>
                  </a:extLst>
                </a:gridCol>
                <a:gridCol w="1676074">
                  <a:extLst>
                    <a:ext uri="{9D8B030D-6E8A-4147-A177-3AD203B41FA5}">
                      <a16:colId xmlns:a16="http://schemas.microsoft.com/office/drawing/2014/main" val="272835093"/>
                    </a:ext>
                  </a:extLst>
                </a:gridCol>
                <a:gridCol w="2077593">
                  <a:extLst>
                    <a:ext uri="{9D8B030D-6E8A-4147-A177-3AD203B41FA5}">
                      <a16:colId xmlns:a16="http://schemas.microsoft.com/office/drawing/2014/main" val="3636599589"/>
                    </a:ext>
                  </a:extLst>
                </a:gridCol>
                <a:gridCol w="2999578">
                  <a:extLst>
                    <a:ext uri="{9D8B030D-6E8A-4147-A177-3AD203B41FA5}">
                      <a16:colId xmlns:a16="http://schemas.microsoft.com/office/drawing/2014/main" val="1897485437"/>
                    </a:ext>
                  </a:extLst>
                </a:gridCol>
                <a:gridCol w="2999578">
                  <a:extLst>
                    <a:ext uri="{9D8B030D-6E8A-4147-A177-3AD203B41FA5}">
                      <a16:colId xmlns:a16="http://schemas.microsoft.com/office/drawing/2014/main" val="129437552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MODEL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SOURCE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CURRENT VERISON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SOURCE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COMMENT</a:t>
                      </a:r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7422866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r>
                        <a:rPr lang="en-US" dirty="0"/>
                        <a:t>QWEN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OpenRouter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Qwen3.8 Flash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Cheap and Reliable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372450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OpenRouter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Qwen3.8 27B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Free but limited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336003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OpenRouter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Qwen3.8 Max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Coding, Slower, </a:t>
                      </a:r>
                      <a:r>
                        <a:rPr lang="en-US" dirty="0" err="1"/>
                        <a:t>pricer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1470973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OpenRouter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Gemini 3.1 Flash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Cheapest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35587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Llama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Huggingface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Llama 3.1 8B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8665083"/>
                  </a:ext>
                </a:extLst>
              </a:tr>
              <a:tr h="370840">
                <a:tc rowSpan="2">
                  <a:txBody>
                    <a:bodyPr/>
                    <a:lstStyle/>
                    <a:p>
                      <a:r>
                        <a:rPr lang="en-US" dirty="0"/>
                        <a:t>Claude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Subscription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Opus 5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9219274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Subscription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Sonnet 5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Cheaper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28024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CHATGP0054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OpenRouter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GPT 5.6 Luna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2612630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185DFFCC-89FA-6AAA-F6BF-951C88681140}"/>
              </a:ext>
            </a:extLst>
          </p:cNvPr>
          <p:cNvSpPr txBox="1"/>
          <p:nvPr/>
        </p:nvSpPr>
        <p:spPr>
          <a:xfrm>
            <a:off x="607059" y="318371"/>
            <a:ext cx="1854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 in 07/10/2026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32242922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D75DBC-198B-47D8-936C-45B002D43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546B129-0176-0F9C-EF47-6756B5CDAD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2520" t="-2147" r="-730" b="-843"/>
          <a:stretch>
            <a:fillRect/>
          </a:stretch>
        </p:blipFill>
        <p:spPr>
          <a:xfrm>
            <a:off x="115504" y="875899"/>
            <a:ext cx="11665818" cy="5020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3902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D3FB82-6BC6-D5FC-8940-ED3705B4C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468174C-3912-3650-1529-DEF0009091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654" y="1402570"/>
            <a:ext cx="4597732" cy="196394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3E73E2B-9DFB-E289-5DFB-0BC4F7B9D9F8}"/>
              </a:ext>
            </a:extLst>
          </p:cNvPr>
          <p:cNvSpPr/>
          <p:nvPr/>
        </p:nvSpPr>
        <p:spPr>
          <a:xfrm>
            <a:off x="1189692" y="1864235"/>
            <a:ext cx="356542" cy="1228725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D3A46C8-8598-26B0-4AF2-3FB0493DA675}"/>
              </a:ext>
            </a:extLst>
          </p:cNvPr>
          <p:cNvSpPr/>
          <p:nvPr/>
        </p:nvSpPr>
        <p:spPr>
          <a:xfrm>
            <a:off x="1395062" y="940905"/>
            <a:ext cx="4166459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Claude Sonnet 5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CD1C296-E367-4E95-33FE-F317638DAD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4368" y="1441812"/>
            <a:ext cx="4328824" cy="221731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A7B231C9-6D34-7757-7E35-A71A4E12C277}"/>
              </a:ext>
            </a:extLst>
          </p:cNvPr>
          <p:cNvSpPr/>
          <p:nvPr/>
        </p:nvSpPr>
        <p:spPr>
          <a:xfrm>
            <a:off x="7920186" y="1024234"/>
            <a:ext cx="2315297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Qwen 3.8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4375A12-4EDB-C772-8208-E1E4D9D37733}"/>
              </a:ext>
            </a:extLst>
          </p:cNvPr>
          <p:cNvSpPr txBox="1"/>
          <p:nvPr/>
        </p:nvSpPr>
        <p:spPr>
          <a:xfrm>
            <a:off x="8323150" y="3630618"/>
            <a:ext cx="26030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112.3s with 4025 token</a:t>
            </a:r>
            <a:endParaRPr lang="en-MY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5E20E7C-F0D8-7A5F-0C7E-E89072A95996}"/>
              </a:ext>
            </a:extLst>
          </p:cNvPr>
          <p:cNvSpPr txBox="1"/>
          <p:nvPr/>
        </p:nvSpPr>
        <p:spPr>
          <a:xfrm>
            <a:off x="2345617" y="3445952"/>
            <a:ext cx="27859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76.2s with 6849 token</a:t>
            </a:r>
            <a:endParaRPr lang="en-MY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12C6922-07C3-9E4A-7D17-0B2FC3CE4A0B}"/>
              </a:ext>
            </a:extLst>
          </p:cNvPr>
          <p:cNvSpPr txBox="1"/>
          <p:nvPr/>
        </p:nvSpPr>
        <p:spPr>
          <a:xfrm>
            <a:off x="7080875" y="5296892"/>
            <a:ext cx="26030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78.3 with 3792 token</a:t>
            </a:r>
            <a:endParaRPr lang="en-MY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D65B5AD-5C2E-67B1-F9CE-40F875E25068}"/>
              </a:ext>
            </a:extLst>
          </p:cNvPr>
          <p:cNvSpPr txBox="1"/>
          <p:nvPr/>
        </p:nvSpPr>
        <p:spPr>
          <a:xfrm>
            <a:off x="2717800" y="6211669"/>
            <a:ext cx="20415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94.5s with 5965 token</a:t>
            </a:r>
            <a:endParaRPr lang="en-MY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BE266960-D5D8-2124-9E4A-61D662AD65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8268" y="4204276"/>
            <a:ext cx="4597732" cy="1848524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92E8C59-AF86-5364-54A3-771CA7966E9C}"/>
              </a:ext>
            </a:extLst>
          </p:cNvPr>
          <p:cNvSpPr/>
          <p:nvPr/>
        </p:nvSpPr>
        <p:spPr>
          <a:xfrm>
            <a:off x="4215958" y="51650"/>
            <a:ext cx="4166459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OPEN ROUTER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CE86C4F-EAC3-AE8C-1CBC-AA6C44B859B1}"/>
              </a:ext>
            </a:extLst>
          </p:cNvPr>
          <p:cNvSpPr/>
          <p:nvPr/>
        </p:nvSpPr>
        <p:spPr>
          <a:xfrm>
            <a:off x="1429996" y="4682530"/>
            <a:ext cx="356542" cy="1228725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EB3DD18-84AD-172D-AB4B-D55F174ABABB}"/>
              </a:ext>
            </a:extLst>
          </p:cNvPr>
          <p:cNvSpPr/>
          <p:nvPr/>
        </p:nvSpPr>
        <p:spPr>
          <a:xfrm>
            <a:off x="7278516" y="1936104"/>
            <a:ext cx="356542" cy="1228725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807406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5AE510-5D9D-948E-0956-130040369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7AF6895-1C2A-3D3A-484A-1FC55CEEAEBE}"/>
              </a:ext>
            </a:extLst>
          </p:cNvPr>
          <p:cNvSpPr/>
          <p:nvPr/>
        </p:nvSpPr>
        <p:spPr>
          <a:xfrm>
            <a:off x="782296" y="343535"/>
            <a:ext cx="4166459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GPT-OOS 20B (free fastest)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1BE19F2-9914-A6CA-B5F0-8C108826FBB2}"/>
              </a:ext>
            </a:extLst>
          </p:cNvPr>
          <p:cNvSpPr/>
          <p:nvPr/>
        </p:nvSpPr>
        <p:spPr>
          <a:xfrm>
            <a:off x="7834461" y="320703"/>
            <a:ext cx="2315297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GPT-OOS 120B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68ED54B-6E92-D5C2-1593-A9F29EEAD06F}"/>
              </a:ext>
            </a:extLst>
          </p:cNvPr>
          <p:cNvSpPr/>
          <p:nvPr/>
        </p:nvSpPr>
        <p:spPr>
          <a:xfrm>
            <a:off x="4480543" y="112050"/>
            <a:ext cx="2927792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Groq</a:t>
            </a:r>
            <a:endParaRPr lang="en-US" sz="4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5E878C4-7ECB-8492-CA78-AE7237CAA3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748" y="823875"/>
            <a:ext cx="4592721" cy="2240569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2F89320E-CA82-C0E1-BCFE-5E74143B3A0E}"/>
              </a:ext>
            </a:extLst>
          </p:cNvPr>
          <p:cNvSpPr/>
          <p:nvPr/>
        </p:nvSpPr>
        <p:spPr>
          <a:xfrm>
            <a:off x="6963586" y="1287658"/>
            <a:ext cx="284939" cy="1103117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8045F728-77BE-F33A-4ED6-738D9B8A7B6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854" b="3412"/>
          <a:stretch>
            <a:fillRect/>
          </a:stretch>
        </p:blipFill>
        <p:spPr>
          <a:xfrm>
            <a:off x="479034" y="813078"/>
            <a:ext cx="4469721" cy="2419620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794308C7-BAC5-1D1E-9F52-5A6404010C94}"/>
              </a:ext>
            </a:extLst>
          </p:cNvPr>
          <p:cNvSpPr/>
          <p:nvPr/>
        </p:nvSpPr>
        <p:spPr>
          <a:xfrm>
            <a:off x="1627272" y="1609725"/>
            <a:ext cx="258678" cy="876300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E3C9A848-003A-9E23-B94C-4EFD4ACFCEE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2522" b="753"/>
          <a:stretch>
            <a:fillRect/>
          </a:stretch>
        </p:blipFill>
        <p:spPr>
          <a:xfrm>
            <a:off x="479034" y="4045859"/>
            <a:ext cx="4731141" cy="2555350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CBEE6E88-8073-8B49-F90B-EAAB384067FD}"/>
              </a:ext>
            </a:extLst>
          </p:cNvPr>
          <p:cNvSpPr/>
          <p:nvPr/>
        </p:nvSpPr>
        <p:spPr>
          <a:xfrm>
            <a:off x="1718511" y="4849238"/>
            <a:ext cx="287655" cy="948591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2D08781-DE70-81CD-3E2B-0FB5985FD630}"/>
              </a:ext>
            </a:extLst>
          </p:cNvPr>
          <p:cNvSpPr/>
          <p:nvPr/>
        </p:nvSpPr>
        <p:spPr>
          <a:xfrm>
            <a:off x="630664" y="3538530"/>
            <a:ext cx="4166459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Qwen 3.8 27B (free)</a:t>
            </a:r>
          </a:p>
        </p:txBody>
      </p:sp>
    </p:spTree>
    <p:extLst>
      <p:ext uri="{BB962C8B-B14F-4D97-AF65-F5344CB8AC3E}">
        <p14:creationId xmlns:p14="http://schemas.microsoft.com/office/powerpoint/2010/main" val="20308760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E86D122-665A-1204-703D-FF94B43B32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150" y="1213346"/>
            <a:ext cx="8025262" cy="412065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91FD3543-D30A-2D21-058B-CB0164D45589}"/>
              </a:ext>
            </a:extLst>
          </p:cNvPr>
          <p:cNvSpPr/>
          <p:nvPr/>
        </p:nvSpPr>
        <p:spPr>
          <a:xfrm>
            <a:off x="422042" y="5410926"/>
            <a:ext cx="11347915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Attention : Need to rename the “New Instance” into the variable</a:t>
            </a:r>
            <a:endParaRPr lang="en-US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B3D4504-ADAB-FF63-A05E-D48CD20BD35A}"/>
              </a:ext>
            </a:extLst>
          </p:cNvPr>
          <p:cNvSpPr txBox="1"/>
          <p:nvPr/>
        </p:nvSpPr>
        <p:spPr>
          <a:xfrm>
            <a:off x="4465068" y="277524"/>
            <a:ext cx="378142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Issue and Attention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38047460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0765EB-3049-5AEB-5F04-49A7245D3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05FB92E-922B-D312-58C4-F741ED466021}"/>
              </a:ext>
            </a:extLst>
          </p:cNvPr>
          <p:cNvSpPr/>
          <p:nvPr/>
        </p:nvSpPr>
        <p:spPr>
          <a:xfrm>
            <a:off x="406344" y="1410426"/>
            <a:ext cx="1587614" cy="89255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Open Router</a:t>
            </a:r>
          </a:p>
          <a:p>
            <a:pPr algn="ctr"/>
            <a:r>
              <a:rPr lang="en-US" sz="1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(22/09/2026)</a:t>
            </a:r>
          </a:p>
          <a:p>
            <a:pPr algn="ctr"/>
            <a:r>
              <a:rPr lang="en-US" sz="16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September</a:t>
            </a:r>
            <a:endParaRPr lang="en-US" sz="16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614AE2-F531-8D7A-7073-766D4D8C439C}"/>
              </a:ext>
            </a:extLst>
          </p:cNvPr>
          <p:cNvSpPr txBox="1"/>
          <p:nvPr/>
        </p:nvSpPr>
        <p:spPr>
          <a:xfrm>
            <a:off x="4465068" y="277524"/>
            <a:ext cx="378142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Project Movement</a:t>
            </a:r>
            <a:endParaRPr lang="en-MY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149E04-521F-597F-7A48-CC1065EB68F7}"/>
              </a:ext>
            </a:extLst>
          </p:cNvPr>
          <p:cNvSpPr/>
          <p:nvPr/>
        </p:nvSpPr>
        <p:spPr>
          <a:xfrm>
            <a:off x="2857005" y="1410426"/>
            <a:ext cx="2577949" cy="89255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Subscribe API Claude</a:t>
            </a:r>
          </a:p>
          <a:p>
            <a:pPr algn="ctr"/>
            <a:r>
              <a:rPr lang="en-US" sz="1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(29/09/2026)</a:t>
            </a:r>
          </a:p>
          <a:p>
            <a:pPr algn="ctr"/>
            <a:r>
              <a:rPr lang="en-US" sz="16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September</a:t>
            </a:r>
            <a:endParaRPr lang="en-US" sz="16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88CA388-17E5-3E65-695C-DBC6DFB62D2F}"/>
              </a:ext>
            </a:extLst>
          </p:cNvPr>
          <p:cNvSpPr/>
          <p:nvPr/>
        </p:nvSpPr>
        <p:spPr>
          <a:xfrm>
            <a:off x="9053486" y="1410426"/>
            <a:ext cx="1316386" cy="89255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000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Groq</a:t>
            </a:r>
            <a:endParaRPr lang="en-US" sz="20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algn="ctr"/>
            <a:r>
              <a:rPr lang="en-US" sz="1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(29/09/2026)</a:t>
            </a:r>
          </a:p>
          <a:p>
            <a:pPr algn="ctr"/>
            <a:r>
              <a:rPr lang="en-US" sz="16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September</a:t>
            </a:r>
            <a:endParaRPr lang="en-US" sz="16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7C01C71-9952-0B37-B381-EC1C961E4DC9}"/>
              </a:ext>
            </a:extLst>
          </p:cNvPr>
          <p:cNvSpPr/>
          <p:nvPr/>
        </p:nvSpPr>
        <p:spPr>
          <a:xfrm>
            <a:off x="6335043" y="1410426"/>
            <a:ext cx="1622624" cy="89255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000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HuggingFace</a:t>
            </a:r>
            <a:endParaRPr lang="en-US" sz="20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algn="ctr"/>
            <a:r>
              <a:rPr lang="en-US" sz="1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(29/09/2026)</a:t>
            </a:r>
          </a:p>
          <a:p>
            <a:pPr algn="ctr"/>
            <a:r>
              <a:rPr lang="en-US" sz="16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September</a:t>
            </a:r>
            <a:endParaRPr lang="en-US" sz="16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532FD0C-F2F7-D990-31FB-B47CD996AC76}"/>
              </a:ext>
            </a:extLst>
          </p:cNvPr>
          <p:cNvSpPr/>
          <p:nvPr/>
        </p:nvSpPr>
        <p:spPr>
          <a:xfrm>
            <a:off x="534456" y="3540519"/>
            <a:ext cx="1331390" cy="120032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Token has </a:t>
            </a:r>
          </a:p>
          <a:p>
            <a:pPr algn="ctr"/>
            <a:r>
              <a:rPr 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Run out</a:t>
            </a:r>
          </a:p>
          <a:p>
            <a:pPr algn="ctr"/>
            <a:r>
              <a:rPr lang="en-US" sz="1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(08/10/2026)</a:t>
            </a:r>
          </a:p>
          <a:p>
            <a:pPr algn="ctr"/>
            <a:r>
              <a:rPr lang="en-US" sz="16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October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38FAF7D-C850-A23A-6B1B-C49C6664F8DE}"/>
              </a:ext>
            </a:extLst>
          </p:cNvPr>
          <p:cNvCxnSpPr>
            <a:stCxn id="7" idx="2"/>
            <a:endCxn id="12" idx="0"/>
          </p:cNvCxnSpPr>
          <p:nvPr/>
        </p:nvCxnSpPr>
        <p:spPr>
          <a:xfrm>
            <a:off x="1200151" y="2302978"/>
            <a:ext cx="0" cy="123754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5F27A6BE-D60A-9260-14CD-474732C32809}"/>
              </a:ext>
            </a:extLst>
          </p:cNvPr>
          <p:cNvSpPr/>
          <p:nvPr/>
        </p:nvSpPr>
        <p:spPr>
          <a:xfrm>
            <a:off x="3480284" y="3540519"/>
            <a:ext cx="1331390" cy="120032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Token has </a:t>
            </a:r>
          </a:p>
          <a:p>
            <a:pPr algn="ctr"/>
            <a:r>
              <a:rPr 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Run out</a:t>
            </a:r>
          </a:p>
          <a:p>
            <a:pPr algn="ctr"/>
            <a:r>
              <a:rPr lang="en-US" sz="1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(08/10/2026)</a:t>
            </a:r>
          </a:p>
          <a:p>
            <a:pPr algn="ctr"/>
            <a:r>
              <a:rPr lang="en-US" sz="16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October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6E7E152-1DD7-3A6A-7FCA-DB518B702A71}"/>
              </a:ext>
            </a:extLst>
          </p:cNvPr>
          <p:cNvCxnSpPr>
            <a:cxnSpLocks/>
            <a:stCxn id="4" idx="2"/>
            <a:endCxn id="17" idx="0"/>
          </p:cNvCxnSpPr>
          <p:nvPr/>
        </p:nvCxnSpPr>
        <p:spPr>
          <a:xfrm flipH="1">
            <a:off x="4145979" y="2302978"/>
            <a:ext cx="1" cy="123754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7588F2B3-40D2-5965-78F4-D4FABA6B0CB9}"/>
              </a:ext>
            </a:extLst>
          </p:cNvPr>
          <p:cNvSpPr/>
          <p:nvPr/>
        </p:nvSpPr>
        <p:spPr>
          <a:xfrm>
            <a:off x="6480660" y="3429000"/>
            <a:ext cx="1331390" cy="120032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Token has </a:t>
            </a:r>
          </a:p>
          <a:p>
            <a:pPr algn="ctr"/>
            <a:r>
              <a:rPr 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Run out</a:t>
            </a:r>
          </a:p>
          <a:p>
            <a:pPr algn="ctr"/>
            <a:r>
              <a:rPr lang="en-US" sz="1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(08/10/2026)</a:t>
            </a:r>
          </a:p>
          <a:p>
            <a:pPr algn="ctr"/>
            <a:r>
              <a:rPr lang="en-US" sz="16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October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8D616AE-1AE9-752C-8157-D43113601A8B}"/>
              </a:ext>
            </a:extLst>
          </p:cNvPr>
          <p:cNvCxnSpPr>
            <a:cxnSpLocks/>
            <a:stCxn id="10" idx="2"/>
            <a:endCxn id="22" idx="0"/>
          </p:cNvCxnSpPr>
          <p:nvPr/>
        </p:nvCxnSpPr>
        <p:spPr>
          <a:xfrm>
            <a:off x="7146355" y="2302978"/>
            <a:ext cx="0" cy="1126022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59091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3819</TotalTime>
  <Words>239</Words>
  <Application>Microsoft Office PowerPoint</Application>
  <PresentationFormat>Widescreen</PresentationFormat>
  <Paragraphs>81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XenAnalyticsTrans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Siti Syaziyah Binti Samiri</dc:creator>
  <cp:lastModifiedBy>Siti Syaziyah Binti Samiri</cp:lastModifiedBy>
  <cp:revision>11</cp:revision>
  <dcterms:created xsi:type="dcterms:W3CDTF">2026-09-24T02:17:12Z</dcterms:created>
  <dcterms:modified xsi:type="dcterms:W3CDTF">2026-10-19T09:38:19Z</dcterms:modified>
</cp:coreProperties>
</file>