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1" r:id="rId4"/>
    <p:sldId id="263" r:id="rId5"/>
    <p:sldId id="262" r:id="rId6"/>
    <p:sldId id="258" r:id="rId7"/>
    <p:sldId id="259" r:id="rId8"/>
    <p:sldId id="264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B61C8E-81CB-4032-8EA4-7F2345ECEA2B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720D2-D442-4176-9EF4-2335A0CE453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51498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A2204B-A329-4F89-8275-BDC46B5FE054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80716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EDE6D-3666-1E74-D19B-472904D9F7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28D3E-8030-7806-52EB-6514E3DFD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76210-FFC0-FC7C-8D35-7DDD84D5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74F3A-D1B2-E62C-445F-3A87790C5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8B02E-08F4-6B12-89A4-9EE18775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5077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285E6-E99D-888F-F524-8D8EF409B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2903-C2A5-701E-8614-84F14B08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F1E6C-53F4-3191-ECC6-0582C868F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9C25A-0C37-6A69-3A9B-417447546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F08653-E2FB-5ECF-7B32-C10F369A8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71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77F-EEA2-F239-9D53-A0EDF97D8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6A29-698A-6B04-7802-11E0BC507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03205-2623-F393-9CA5-E92081604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10B4A-CCFB-C2CA-98A5-1F8B65E8A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4BDCB-63B6-33F8-9693-3C06D45F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8995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1D1F-3F46-5859-3F6D-2E5E1936F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3171-5D40-AA48-6B2D-DA902CD52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36084-4D73-F3B3-EC71-4B2A6342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F2653-0F0B-310F-D82D-27D976F8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B1C16-12BA-08CD-3C51-5D4497E60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693F2A-51DD-A27F-C965-6C768F33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17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B2E-AAA6-2B53-5842-3AF209F1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1C930-B0DD-E52D-960A-B725B43C4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6A272-8F57-EB50-7E59-630B62B3E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2E078F-4092-4C7F-F805-5AEE8CE3C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DFBA50-52D0-5472-52F7-8AE3E2B187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6B225-ABC7-350C-41A6-779F24F87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726476-80B9-8FFD-70B2-B8095F745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FC53DF-9E46-C57E-D8DC-A1A693DB3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421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A280-AEB2-F495-BF0C-2E387983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7F088-3562-558D-AA11-AC8397BD8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E26E3F-39E9-A2CA-DD6B-5C27CA22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ED723-BDDF-08B5-4B75-F0A89B01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95296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B5CC2C-0126-2ECA-D871-74A9E500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8F59A6-AF4B-A16D-513D-C74A83A8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4D9FC-D5B9-7887-2667-A5782927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69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53AC-0E9F-E0D8-0167-0317F4650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8154A-CAC2-13C9-164F-9F72FB5B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C09469-C65F-D42F-09EA-1D3280B19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8A530-86A3-9ACD-A25C-87F330009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92398-F21E-1E61-3D8D-70C6AF84E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F1F5F-65EF-5111-2A2F-817191E1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149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3E53-0F81-E4CD-BFF9-A91B2C48F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57DA47-A73F-071F-A61C-F654AE80FF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08BA1-B96D-D7B7-75CE-57017EDA7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15A35-011E-0356-CF88-B40F75DE7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A079F-7D65-F4DD-2885-585D461F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1BD96-51E1-7FD2-13EA-E63A83B6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4830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F0054-A21E-4885-4CAF-CD1262619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94544-B6E4-F7E7-A374-F46CD3427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3D17B-B211-9F6C-8640-D6683DA85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66298-4421-6C61-8DEC-315B086FC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17F43-0919-88E6-EFC7-C3DD699C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2193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AD8263-ACAC-33F2-EBAF-8559E986C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8E664-2B93-1261-CE28-16A3C079A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57BC-58A8-E03F-AB2D-9E42B9C79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05DAB-A6FE-7ADA-C241-A3668296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6307E-E2FE-D0A9-4339-5BF679907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9087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379BBF-11E4-8578-B545-0E66524D7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756C3-CA01-E918-91A7-38C2933C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B01E1-D769-44D1-6FB3-D0533E351A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9257F-037A-47B5-A07B-A73CC606E6AA}" type="datetimeFigureOut">
              <a:rPr lang="en-MY" smtClean="0"/>
              <a:t>5/10/2026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4E7EA-8FA1-7046-3578-6919A57D4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A2F-1C09-A68F-03B4-F3E2CB3C1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786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F65F-EC59-EDC8-BC12-AD9CA7F136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XenAnalyticsTrans</a:t>
            </a:r>
            <a:endParaRPr lang="en-MY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4BCF-2D5F-86FE-E8C9-DC4ABCACBD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on 24/09/2026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35996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B1A80-F60E-FFEE-6899-A8924D2A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11D4B9-3CFC-19E1-8E77-3B9E4C60F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23937"/>
            <a:ext cx="91059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7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76D17-86FD-8BDE-300E-E643A7D4D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5DD736-B100-D64B-9C96-F4E54DF85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011237"/>
            <a:ext cx="9144000" cy="446563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Siemen is using </a:t>
            </a:r>
            <a:r>
              <a:rPr lang="en-MY" sz="2000" dirty="0"/>
              <a:t>SCL (Structured Control Language)</a:t>
            </a:r>
          </a:p>
          <a:p>
            <a:pPr algn="l"/>
            <a:endParaRPr lang="en-MY" sz="2000" dirty="0"/>
          </a:p>
          <a:p>
            <a:pPr algn="l"/>
            <a:r>
              <a:rPr lang="en-MY" sz="2000" dirty="0"/>
              <a:t>ST is the official generic name defined by the international IEC 61131-3 standard. SCL is what Siemens calls its exact implementation of ST</a:t>
            </a:r>
          </a:p>
          <a:p>
            <a:pPr algn="l"/>
            <a:endParaRPr lang="en-MY" sz="2000" dirty="0"/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ST (Structured Text)</a:t>
            </a:r>
            <a:r>
              <a:rPr lang="en-MY" sz="2000" dirty="0"/>
              <a:t> → IEC 61131-3 standard PLC programming language.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SCL (Structured Control Language)</a:t>
            </a:r>
            <a:r>
              <a:rPr lang="en-MY" sz="2000" dirty="0"/>
              <a:t> → </a:t>
            </a:r>
            <a:r>
              <a:rPr lang="en-MY" sz="2000" b="1" dirty="0"/>
              <a:t>Siemens' implementation/dialect of Structured Text</a:t>
            </a:r>
            <a:r>
              <a:rPr lang="en-MY" sz="2000" dirty="0"/>
              <a:t>, used in Siemens PLCs/TIA Portal.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MY" sz="2000" dirty="0"/>
          </a:p>
        </p:txBody>
      </p:sp>
    </p:spTree>
    <p:extLst>
      <p:ext uri="{BB962C8B-B14F-4D97-AF65-F5344CB8AC3E}">
        <p14:creationId xmlns:p14="http://schemas.microsoft.com/office/powerpoint/2010/main" val="16403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102DB-84CB-EBC0-04DC-619664208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B2A23-FDBE-B9F6-4E17-39A499D08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MY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7148DF-A696-D930-3040-1214516E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448"/>
            <a:ext cx="12192000" cy="658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96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1F7F56-594F-286A-DFE6-DDAB4603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7" y="228600"/>
            <a:ext cx="11888246" cy="64940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F43AAA-E3D4-9AE6-E766-8621A468EFEE}"/>
              </a:ext>
            </a:extLst>
          </p:cNvPr>
          <p:cNvSpPr/>
          <p:nvPr/>
        </p:nvSpPr>
        <p:spPr>
          <a:xfrm>
            <a:off x="8494683" y="5706988"/>
            <a:ext cx="2994089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Gemini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Function for API. Interact.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92903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7844-3EB6-6A06-E7F7-773E5DA7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168720-CD8E-1528-9B84-CD8D3ED60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567685"/>
              </p:ext>
            </p:extLst>
          </p:nvPr>
        </p:nvGraphicFramePr>
        <p:xfrm>
          <a:off x="622299" y="824441"/>
          <a:ext cx="10683876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9851">
                  <a:extLst>
                    <a:ext uri="{9D8B030D-6E8A-4147-A177-3AD203B41FA5}">
                      <a16:colId xmlns:a16="http://schemas.microsoft.com/office/drawing/2014/main" val="2248621125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636599589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4132384581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18974854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CURRENT VERISON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ACCESIBLE VERSION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422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QWEN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Qwen3.7-Plus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Qwen3.8-Max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 err="1"/>
                        <a:t>OpenRouter</a:t>
                      </a:r>
                      <a:endParaRPr lang="en-US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Alibaba Cloud – hanging in sign up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724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3.6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3.6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261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GPT-6-astra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b="0" dirty="0"/>
                        <a:t>GPT-5.6 Luna.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28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CLAUDE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5.5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5323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4292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27E46-FEF3-B7B2-915A-22D3BCA4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D91245-E5C6-D447-245C-69D370943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4" y="1455366"/>
            <a:ext cx="11744325" cy="30145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BD4AD33-1CDF-A3D1-127B-EEB983C0C9D8}"/>
              </a:ext>
            </a:extLst>
          </p:cNvPr>
          <p:cNvSpPr/>
          <p:nvPr/>
        </p:nvSpPr>
        <p:spPr>
          <a:xfrm>
            <a:off x="457200" y="3429000"/>
            <a:ext cx="609600" cy="5867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7240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DFF93-8F9C-9945-0605-D960B71FE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D56EE7D-8DA0-36B8-ED99-B0613A929CF9}"/>
              </a:ext>
            </a:extLst>
          </p:cNvPr>
          <p:cNvSpPr/>
          <p:nvPr/>
        </p:nvSpPr>
        <p:spPr>
          <a:xfrm>
            <a:off x="457200" y="3429000"/>
            <a:ext cx="609600" cy="5867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D9954F-2A7E-9589-0DC3-CF923F0FDA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99" y="886389"/>
            <a:ext cx="10825879" cy="382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69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5DBC-198B-47D8-936C-45B002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46B129-0176-0F9C-EF47-6756B5CDA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520" t="-2147" r="-730" b="-843"/>
          <a:stretch>
            <a:fillRect/>
          </a:stretch>
        </p:blipFill>
        <p:spPr>
          <a:xfrm>
            <a:off x="115504" y="875899"/>
            <a:ext cx="11665818" cy="502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0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1816</TotalTime>
  <Words>115</Words>
  <Application>Microsoft Office PowerPoint</Application>
  <PresentationFormat>Widescreen</PresentationFormat>
  <Paragraphs>30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XenAnalyticsTrans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6</cp:revision>
  <dcterms:created xsi:type="dcterms:W3CDTF">2026-09-24T02:17:12Z</dcterms:created>
  <dcterms:modified xsi:type="dcterms:W3CDTF">2026-10-05T03:02:53Z</dcterms:modified>
</cp:coreProperties>
</file>