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1" r:id="rId4"/>
    <p:sldId id="263" r:id="rId5"/>
    <p:sldId id="262" r:id="rId6"/>
    <p:sldId id="258" r:id="rId7"/>
    <p:sldId id="260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7/10/2026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02DB-84CB-EBC0-04DC-61966420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B2A23-FDBE-B9F6-4E17-39A499D0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148DF-A696-D930-3040-1214516E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96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168720-CD8E-1528-9B84-CD8D3ED60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753649"/>
              </p:ext>
            </p:extLst>
          </p:nvPr>
        </p:nvGraphicFramePr>
        <p:xfrm>
          <a:off x="690879" y="893021"/>
          <a:ext cx="1102487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2048">
                  <a:extLst>
                    <a:ext uri="{9D8B030D-6E8A-4147-A177-3AD203B41FA5}">
                      <a16:colId xmlns:a16="http://schemas.microsoft.com/office/drawing/2014/main" val="2248621125"/>
                    </a:ext>
                  </a:extLst>
                </a:gridCol>
                <a:gridCol w="1676074">
                  <a:extLst>
                    <a:ext uri="{9D8B030D-6E8A-4147-A177-3AD203B41FA5}">
                      <a16:colId xmlns:a16="http://schemas.microsoft.com/office/drawing/2014/main" val="272835093"/>
                    </a:ext>
                  </a:extLst>
                </a:gridCol>
                <a:gridCol w="2077593">
                  <a:extLst>
                    <a:ext uri="{9D8B030D-6E8A-4147-A177-3AD203B41FA5}">
                      <a16:colId xmlns:a16="http://schemas.microsoft.com/office/drawing/2014/main" val="3636599589"/>
                    </a:ext>
                  </a:extLst>
                </a:gridCol>
                <a:gridCol w="2999578">
                  <a:extLst>
                    <a:ext uri="{9D8B030D-6E8A-4147-A177-3AD203B41FA5}">
                      <a16:colId xmlns:a16="http://schemas.microsoft.com/office/drawing/2014/main" val="1897485437"/>
                    </a:ext>
                  </a:extLst>
                </a:gridCol>
                <a:gridCol w="2999578">
                  <a:extLst>
                    <a:ext uri="{9D8B030D-6E8A-4147-A177-3AD203B41FA5}">
                      <a16:colId xmlns:a16="http://schemas.microsoft.com/office/drawing/2014/main" val="12943755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CURRENT VERISON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COMMENT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42286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dirty="0"/>
                        <a:t>QWEN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Qwen3.8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 and Reliable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72450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Qwen3.8 27B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Free but limited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33600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Qwen3.8 Max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Coding, Slower, </a:t>
                      </a:r>
                      <a:r>
                        <a:rPr lang="en-US" dirty="0" err="1"/>
                        <a:t>pricer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470973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 3.1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Cheapest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3558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Llama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Huggingface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Llama 3.1 8B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866508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dirty="0"/>
                        <a:t>Claude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Subscription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921927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Subscription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Sonnet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80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GPT 5.6 Luna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61263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85DFFCC-89FA-6AAA-F6BF-951C88681140}"/>
              </a:ext>
            </a:extLst>
          </p:cNvPr>
          <p:cNvSpPr txBox="1"/>
          <p:nvPr/>
        </p:nvSpPr>
        <p:spPr>
          <a:xfrm>
            <a:off x="607059" y="318371"/>
            <a:ext cx="1854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 in 07/10/2026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46B129-0176-0F9C-EF47-6756B5CDA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20" t="-2147" r="-730" b="-843"/>
          <a:stretch>
            <a:fillRect/>
          </a:stretch>
        </p:blipFill>
        <p:spPr>
          <a:xfrm>
            <a:off x="115504" y="875899"/>
            <a:ext cx="11665818" cy="50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3FB82-6BC6-D5FC-8940-ED3705B4C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68174C-3912-3650-1529-DEF000909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394" y="747426"/>
            <a:ext cx="6010161" cy="256727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E73E2B-9DFB-E289-5DFB-0BC4F7B9D9F8}"/>
              </a:ext>
            </a:extLst>
          </p:cNvPr>
          <p:cNvSpPr/>
          <p:nvPr/>
        </p:nvSpPr>
        <p:spPr>
          <a:xfrm>
            <a:off x="485775" y="1400175"/>
            <a:ext cx="409575" cy="14859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3A46C8-8598-26B0-4AF2-3FB0493DA675}"/>
              </a:ext>
            </a:extLst>
          </p:cNvPr>
          <p:cNvSpPr/>
          <p:nvPr/>
        </p:nvSpPr>
        <p:spPr>
          <a:xfrm>
            <a:off x="1642829" y="162651"/>
            <a:ext cx="311655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Claude Sonnet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D1C296-E367-4E95-33FE-F317638DA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522" y="747426"/>
            <a:ext cx="4972703" cy="254711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7B231C9-6D34-7757-7E35-A71A4E12C277}"/>
              </a:ext>
            </a:extLst>
          </p:cNvPr>
          <p:cNvSpPr/>
          <p:nvPr/>
        </p:nvSpPr>
        <p:spPr>
          <a:xfrm>
            <a:off x="8366823" y="162651"/>
            <a:ext cx="186057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 3.8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EFBD3-5C3A-1B95-E4F2-B98825611D58}"/>
              </a:ext>
            </a:extLst>
          </p:cNvPr>
          <p:cNvSpPr/>
          <p:nvPr/>
        </p:nvSpPr>
        <p:spPr>
          <a:xfrm>
            <a:off x="6733522" y="1288113"/>
            <a:ext cx="409575" cy="14859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375A12-4EDB-C772-8208-E1E4D9D37733}"/>
              </a:ext>
            </a:extLst>
          </p:cNvPr>
          <p:cNvSpPr txBox="1"/>
          <p:nvPr/>
        </p:nvSpPr>
        <p:spPr>
          <a:xfrm>
            <a:off x="8062765" y="3771900"/>
            <a:ext cx="2468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112.3s with 4025 token</a:t>
            </a:r>
            <a:endParaRPr lang="en-MY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E20E7C-F0D8-7A5F-0C7E-E89072A95996}"/>
              </a:ext>
            </a:extLst>
          </p:cNvPr>
          <p:cNvSpPr txBox="1"/>
          <p:nvPr/>
        </p:nvSpPr>
        <p:spPr>
          <a:xfrm>
            <a:off x="2028479" y="3358635"/>
            <a:ext cx="2345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76.2s with 6849 token</a:t>
            </a:r>
            <a:endParaRPr lang="en-M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C6922-07C3-9E4A-7D17-0B2FC3CE4A0B}"/>
              </a:ext>
            </a:extLst>
          </p:cNvPr>
          <p:cNvSpPr txBox="1"/>
          <p:nvPr/>
        </p:nvSpPr>
        <p:spPr>
          <a:xfrm>
            <a:off x="8180585" y="4433922"/>
            <a:ext cx="2233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78.3 with 3792 token</a:t>
            </a:r>
            <a:endParaRPr lang="en-MY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65B5AD-5C2E-67B1-F9CE-40F875E25068}"/>
              </a:ext>
            </a:extLst>
          </p:cNvPr>
          <p:cNvSpPr txBox="1"/>
          <p:nvPr/>
        </p:nvSpPr>
        <p:spPr>
          <a:xfrm>
            <a:off x="2414130" y="6326017"/>
            <a:ext cx="2345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94.5s with 5965 token</a:t>
            </a:r>
            <a:endParaRPr lang="en-MY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266960-D5D8-2124-9E4A-61D662AD6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392" y="3899475"/>
            <a:ext cx="5281608" cy="212347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1008E0-2BF6-F998-7962-BDA051632F36}"/>
              </a:ext>
            </a:extLst>
          </p:cNvPr>
          <p:cNvSpPr/>
          <p:nvPr/>
        </p:nvSpPr>
        <p:spPr>
          <a:xfrm>
            <a:off x="814392" y="4295775"/>
            <a:ext cx="409575" cy="14859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80740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86D122-665A-1204-703D-FF94B43B3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460871"/>
            <a:ext cx="8025262" cy="412065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1FD3543-D30A-2D21-058B-CB0164D45589}"/>
              </a:ext>
            </a:extLst>
          </p:cNvPr>
          <p:cNvSpPr/>
          <p:nvPr/>
        </p:nvSpPr>
        <p:spPr>
          <a:xfrm>
            <a:off x="422042" y="4868001"/>
            <a:ext cx="1134791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Attention : Need to rename the “New Instance” into the variable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04746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2286</TotalTime>
  <Words>170</Words>
  <Application>Microsoft Office PowerPoint</Application>
  <PresentationFormat>Widescreen</PresentationFormat>
  <Paragraphs>50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</cp:revision>
  <dcterms:created xsi:type="dcterms:W3CDTF">2026-09-24T02:17:12Z</dcterms:created>
  <dcterms:modified xsi:type="dcterms:W3CDTF">2026-10-07T09:19:58Z</dcterms:modified>
</cp:coreProperties>
</file>