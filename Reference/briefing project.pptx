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1" r:id="rId4"/>
    <p:sldId id="263" r:id="rId5"/>
    <p:sldId id="262" r:id="rId6"/>
    <p:sldId id="258" r:id="rId7"/>
    <p:sldId id="259" r:id="rId8"/>
    <p:sldId id="264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25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1/10/2026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567685"/>
              </p:ext>
            </p:extLst>
          </p:nvPr>
        </p:nvGraphicFramePr>
        <p:xfrm>
          <a:off x="622299" y="824441"/>
          <a:ext cx="10683876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9851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4132384581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ACCESIBLE VERSION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Qwen3.7-Plus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Qwen3.8-Max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 err="1"/>
                        <a:t>OpenRouter</a:t>
                      </a:r>
                      <a:endParaRPr lang="en-US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Alibaba Cloud – hanging in sign up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GPT-6-astra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b="0" dirty="0"/>
                        <a:t>GPT-5.6 Luna.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28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5.5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532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7E46-FEF3-B7B2-915A-22D3BCA4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D91245-E5C6-D447-245C-69D370943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" y="1455366"/>
            <a:ext cx="11744325" cy="30145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D4AD33-1CDF-A3D1-127B-EEB983C0C9D8}"/>
              </a:ext>
            </a:extLst>
          </p:cNvPr>
          <p:cNvSpPr/>
          <p:nvPr/>
        </p:nvSpPr>
        <p:spPr>
          <a:xfrm>
            <a:off x="457200" y="3429000"/>
            <a:ext cx="609600" cy="5867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240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DFF93-8F9C-9945-0605-D960B71FE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56EE7D-8DA0-36B8-ED99-B0613A929CF9}"/>
              </a:ext>
            </a:extLst>
          </p:cNvPr>
          <p:cNvSpPr/>
          <p:nvPr/>
        </p:nvSpPr>
        <p:spPr>
          <a:xfrm>
            <a:off x="457200" y="3429000"/>
            <a:ext cx="609600" cy="5867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D9954F-2A7E-9589-0DC3-CF923F0FD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886389"/>
            <a:ext cx="10825879" cy="3825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69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A006-6422-F159-2155-6FE7E1B787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606BC-267E-234F-6AA8-537B25A79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46B129-0176-0F9C-EF47-6756B5CDA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99" y="1129867"/>
            <a:ext cx="11032067" cy="47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1735</TotalTime>
  <Words>115</Words>
  <Application>Microsoft Office PowerPoint</Application>
  <PresentationFormat>Widescreen</PresentationFormat>
  <Paragraphs>30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5</cp:revision>
  <dcterms:created xsi:type="dcterms:W3CDTF">2026-09-24T02:17:12Z</dcterms:created>
  <dcterms:modified xsi:type="dcterms:W3CDTF">2026-10-01T09:43:16Z</dcterms:modified>
</cp:coreProperties>
</file>