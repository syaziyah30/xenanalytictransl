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1" r:id="rId4"/>
    <p:sldId id="263" r:id="rId5"/>
    <p:sldId id="262" r:id="rId6"/>
    <p:sldId id="258" r:id="rId7"/>
    <p:sldId id="260" r:id="rId8"/>
    <p:sldId id="264" r:id="rId9"/>
    <p:sldId id="267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15/10/2026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29343"/>
              </p:ext>
            </p:extLst>
          </p:nvPr>
        </p:nvGraphicFramePr>
        <p:xfrm>
          <a:off x="690879" y="893021"/>
          <a:ext cx="11024871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048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76074">
                  <a:extLst>
                    <a:ext uri="{9D8B030D-6E8A-4147-A177-3AD203B41FA5}">
                      <a16:colId xmlns:a16="http://schemas.microsoft.com/office/drawing/2014/main" val="272835093"/>
                    </a:ext>
                  </a:extLst>
                </a:gridCol>
                <a:gridCol w="2077593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2943755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COMMENT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 and Reliable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27B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Free but limited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33600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Qwen3.8 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Coding, Slower, </a:t>
                      </a:r>
                      <a:r>
                        <a:rPr lang="en-US" dirty="0" err="1"/>
                        <a:t>pricer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470973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 3.1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Cheapest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558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Llama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Huggingface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Llama 3.1 8B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866508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921927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Sonnet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80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CHATGP0054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GPT 5.6 Luna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85DFFCC-89FA-6AAA-F6BF-951C88681140}"/>
              </a:ext>
            </a:extLst>
          </p:cNvPr>
          <p:cNvSpPr txBox="1"/>
          <p:nvPr/>
        </p:nvSpPr>
        <p:spPr>
          <a:xfrm>
            <a:off x="607059" y="318371"/>
            <a:ext cx="1854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in 07/10/2026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46B129-0176-0F9C-EF47-6756B5CDA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20" t="-2147" r="-730" b="-843"/>
          <a:stretch>
            <a:fillRect/>
          </a:stretch>
        </p:blipFill>
        <p:spPr>
          <a:xfrm>
            <a:off x="115504" y="875899"/>
            <a:ext cx="11665818" cy="50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3FB82-6BC6-D5FC-8940-ED3705B4C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68174C-3912-3650-1529-DEF000909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654" y="1402570"/>
            <a:ext cx="4597732" cy="19639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E73E2B-9DFB-E289-5DFB-0BC4F7B9D9F8}"/>
              </a:ext>
            </a:extLst>
          </p:cNvPr>
          <p:cNvSpPr/>
          <p:nvPr/>
        </p:nvSpPr>
        <p:spPr>
          <a:xfrm>
            <a:off x="1189692" y="1864235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3A46C8-8598-26B0-4AF2-3FB0493DA675}"/>
              </a:ext>
            </a:extLst>
          </p:cNvPr>
          <p:cNvSpPr/>
          <p:nvPr/>
        </p:nvSpPr>
        <p:spPr>
          <a:xfrm>
            <a:off x="1395062" y="940905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Claude Sonnet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D1C296-E367-4E95-33FE-F317638DA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68" y="1441812"/>
            <a:ext cx="4328824" cy="221731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B231C9-6D34-7757-7E35-A71A4E12C277}"/>
              </a:ext>
            </a:extLst>
          </p:cNvPr>
          <p:cNvSpPr/>
          <p:nvPr/>
        </p:nvSpPr>
        <p:spPr>
          <a:xfrm>
            <a:off x="7920186" y="1024234"/>
            <a:ext cx="231529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 3.8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75A12-4EDB-C772-8208-E1E4D9D37733}"/>
              </a:ext>
            </a:extLst>
          </p:cNvPr>
          <p:cNvSpPr txBox="1"/>
          <p:nvPr/>
        </p:nvSpPr>
        <p:spPr>
          <a:xfrm>
            <a:off x="8323150" y="3630618"/>
            <a:ext cx="260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112.3s with 4025 token</a:t>
            </a:r>
            <a:endParaRPr lang="en-MY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E20E7C-F0D8-7A5F-0C7E-E89072A95996}"/>
              </a:ext>
            </a:extLst>
          </p:cNvPr>
          <p:cNvSpPr txBox="1"/>
          <p:nvPr/>
        </p:nvSpPr>
        <p:spPr>
          <a:xfrm>
            <a:off x="2345617" y="3445952"/>
            <a:ext cx="2785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76.2s with 6849 token</a:t>
            </a:r>
            <a:endParaRPr lang="en-M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C6922-07C3-9E4A-7D17-0B2FC3CE4A0B}"/>
              </a:ext>
            </a:extLst>
          </p:cNvPr>
          <p:cNvSpPr txBox="1"/>
          <p:nvPr/>
        </p:nvSpPr>
        <p:spPr>
          <a:xfrm>
            <a:off x="7080875" y="5296892"/>
            <a:ext cx="260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78.3 with 3792 token</a:t>
            </a:r>
            <a:endParaRPr lang="en-MY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65B5AD-5C2E-67B1-F9CE-40F875E25068}"/>
              </a:ext>
            </a:extLst>
          </p:cNvPr>
          <p:cNvSpPr txBox="1"/>
          <p:nvPr/>
        </p:nvSpPr>
        <p:spPr>
          <a:xfrm>
            <a:off x="2717800" y="6211669"/>
            <a:ext cx="2041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94.5s with 5965 token</a:t>
            </a:r>
            <a:endParaRPr lang="en-MY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266960-D5D8-2124-9E4A-61D662AD6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268" y="4204276"/>
            <a:ext cx="4597732" cy="184852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2E8C59-AF86-5364-54A3-771CA7966E9C}"/>
              </a:ext>
            </a:extLst>
          </p:cNvPr>
          <p:cNvSpPr/>
          <p:nvPr/>
        </p:nvSpPr>
        <p:spPr>
          <a:xfrm>
            <a:off x="4215958" y="51650"/>
            <a:ext cx="416645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OPEN ROUTER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E86C4F-EAC3-AE8C-1CBC-AA6C44B859B1}"/>
              </a:ext>
            </a:extLst>
          </p:cNvPr>
          <p:cNvSpPr/>
          <p:nvPr/>
        </p:nvSpPr>
        <p:spPr>
          <a:xfrm>
            <a:off x="1429996" y="4682530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B3DD18-84AD-172D-AB4B-D55F174ABABB}"/>
              </a:ext>
            </a:extLst>
          </p:cNvPr>
          <p:cNvSpPr/>
          <p:nvPr/>
        </p:nvSpPr>
        <p:spPr>
          <a:xfrm>
            <a:off x="7278516" y="1936104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0740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AE510-5D9D-948E-0956-13004036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7AF6895-1C2A-3D3A-484A-1FC55CEEAEBE}"/>
              </a:ext>
            </a:extLst>
          </p:cNvPr>
          <p:cNvSpPr/>
          <p:nvPr/>
        </p:nvSpPr>
        <p:spPr>
          <a:xfrm>
            <a:off x="782296" y="343535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GPT-OOS 20B (free fastest)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BE19F2-9914-A6CA-B5F0-8C108826FBB2}"/>
              </a:ext>
            </a:extLst>
          </p:cNvPr>
          <p:cNvSpPr/>
          <p:nvPr/>
        </p:nvSpPr>
        <p:spPr>
          <a:xfrm>
            <a:off x="7834461" y="320703"/>
            <a:ext cx="231529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GPT-OOS 120B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8ED54B-6E92-D5C2-1593-A9F29EEAD06F}"/>
              </a:ext>
            </a:extLst>
          </p:cNvPr>
          <p:cNvSpPr/>
          <p:nvPr/>
        </p:nvSpPr>
        <p:spPr>
          <a:xfrm>
            <a:off x="4480543" y="112050"/>
            <a:ext cx="292779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Groq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878C4-7ECB-8492-CA78-AE7237CAA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748" y="823875"/>
            <a:ext cx="4592721" cy="224056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F89320E-CA82-C0E1-BCFE-5E74143B3A0E}"/>
              </a:ext>
            </a:extLst>
          </p:cNvPr>
          <p:cNvSpPr/>
          <p:nvPr/>
        </p:nvSpPr>
        <p:spPr>
          <a:xfrm>
            <a:off x="6963586" y="1287658"/>
            <a:ext cx="284939" cy="110311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045F728-77BE-F33A-4ED6-738D9B8A7B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4" b="3412"/>
          <a:stretch>
            <a:fillRect/>
          </a:stretch>
        </p:blipFill>
        <p:spPr>
          <a:xfrm>
            <a:off x="479034" y="813078"/>
            <a:ext cx="4469721" cy="241962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4308C7-BAC5-1D1E-9F52-5A6404010C94}"/>
              </a:ext>
            </a:extLst>
          </p:cNvPr>
          <p:cNvSpPr/>
          <p:nvPr/>
        </p:nvSpPr>
        <p:spPr>
          <a:xfrm>
            <a:off x="1627272" y="1609725"/>
            <a:ext cx="258678" cy="8763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C9A848-003A-9E23-B94C-4EFD4ACFCE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22" b="753"/>
          <a:stretch>
            <a:fillRect/>
          </a:stretch>
        </p:blipFill>
        <p:spPr>
          <a:xfrm>
            <a:off x="479034" y="4045859"/>
            <a:ext cx="4731141" cy="255535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BEE6E88-8073-8B49-F90B-EAAB384067FD}"/>
              </a:ext>
            </a:extLst>
          </p:cNvPr>
          <p:cNvSpPr/>
          <p:nvPr/>
        </p:nvSpPr>
        <p:spPr>
          <a:xfrm>
            <a:off x="1718511" y="4849238"/>
            <a:ext cx="287655" cy="94859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D08781-DE70-81CD-3E2B-0FB5985FD630}"/>
              </a:ext>
            </a:extLst>
          </p:cNvPr>
          <p:cNvSpPr/>
          <p:nvPr/>
        </p:nvSpPr>
        <p:spPr>
          <a:xfrm>
            <a:off x="630664" y="3538530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 3.8 27B (free)</a:t>
            </a:r>
          </a:p>
        </p:txBody>
      </p:sp>
    </p:spTree>
    <p:extLst>
      <p:ext uri="{BB962C8B-B14F-4D97-AF65-F5344CB8AC3E}">
        <p14:creationId xmlns:p14="http://schemas.microsoft.com/office/powerpoint/2010/main" val="2030876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86D122-665A-1204-703D-FF94B43B3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50" y="1213346"/>
            <a:ext cx="8025262" cy="412065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1FD3543-D30A-2D21-058B-CB0164D45589}"/>
              </a:ext>
            </a:extLst>
          </p:cNvPr>
          <p:cNvSpPr/>
          <p:nvPr/>
        </p:nvSpPr>
        <p:spPr>
          <a:xfrm>
            <a:off x="422042" y="5410926"/>
            <a:ext cx="1134791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Attention : Need to rename the “New Instance” into the variable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3D4504-ADAB-FF63-A05E-D48CD20BD35A}"/>
              </a:ext>
            </a:extLst>
          </p:cNvPr>
          <p:cNvSpPr txBox="1"/>
          <p:nvPr/>
        </p:nvSpPr>
        <p:spPr>
          <a:xfrm>
            <a:off x="4465068" y="277524"/>
            <a:ext cx="3781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Issue and Attention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804746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765EB-3049-5AEB-5F04-49A7245D3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5FB92E-922B-D312-58C4-F741ED466021}"/>
              </a:ext>
            </a:extLst>
          </p:cNvPr>
          <p:cNvSpPr/>
          <p:nvPr/>
        </p:nvSpPr>
        <p:spPr>
          <a:xfrm>
            <a:off x="406344" y="1410426"/>
            <a:ext cx="158761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Open Router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(22/09/2026)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614AE2-F531-8D7A-7073-766D4D8C439C}"/>
              </a:ext>
            </a:extLst>
          </p:cNvPr>
          <p:cNvSpPr txBox="1"/>
          <p:nvPr/>
        </p:nvSpPr>
        <p:spPr>
          <a:xfrm>
            <a:off x="4465068" y="277524"/>
            <a:ext cx="3781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Project Movement</a:t>
            </a:r>
            <a:endParaRPr lang="en-MY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149E04-521F-597F-7A48-CC1065EB68F7}"/>
              </a:ext>
            </a:extLst>
          </p:cNvPr>
          <p:cNvSpPr/>
          <p:nvPr/>
        </p:nvSpPr>
        <p:spPr>
          <a:xfrm>
            <a:off x="2857005" y="1410426"/>
            <a:ext cx="2577949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Subscribe API Claude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8CA388-17E5-3E65-695C-DBC6DFB62D2F}"/>
              </a:ext>
            </a:extLst>
          </p:cNvPr>
          <p:cNvSpPr/>
          <p:nvPr/>
        </p:nvSpPr>
        <p:spPr>
          <a:xfrm>
            <a:off x="9053486" y="1410426"/>
            <a:ext cx="1316386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Groq</a:t>
            </a:r>
            <a:endParaRPr lang="en-US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C01C71-9952-0B37-B381-EC1C961E4DC9}"/>
              </a:ext>
            </a:extLst>
          </p:cNvPr>
          <p:cNvSpPr/>
          <p:nvPr/>
        </p:nvSpPr>
        <p:spPr>
          <a:xfrm>
            <a:off x="6335043" y="1410426"/>
            <a:ext cx="162262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HuggingFace</a:t>
            </a:r>
            <a:endParaRPr lang="en-US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32FD0C-F2F7-D990-31FB-B47CD996AC76}"/>
              </a:ext>
            </a:extLst>
          </p:cNvPr>
          <p:cNvSpPr/>
          <p:nvPr/>
        </p:nvSpPr>
        <p:spPr>
          <a:xfrm>
            <a:off x="534456" y="3540519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8FAF7D-C850-A23A-6B1B-C49C6664F8DE}"/>
              </a:ext>
            </a:extLst>
          </p:cNvPr>
          <p:cNvCxnSpPr>
            <a:stCxn id="7" idx="2"/>
            <a:endCxn id="12" idx="0"/>
          </p:cNvCxnSpPr>
          <p:nvPr/>
        </p:nvCxnSpPr>
        <p:spPr>
          <a:xfrm>
            <a:off x="1200151" y="2302978"/>
            <a:ext cx="0" cy="12375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F27A6BE-D60A-9260-14CD-474732C32809}"/>
              </a:ext>
            </a:extLst>
          </p:cNvPr>
          <p:cNvSpPr/>
          <p:nvPr/>
        </p:nvSpPr>
        <p:spPr>
          <a:xfrm>
            <a:off x="3480284" y="3540519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E7E152-1DD7-3A6A-7FCA-DB518B702A71}"/>
              </a:ext>
            </a:extLst>
          </p:cNvPr>
          <p:cNvCxnSpPr>
            <a:cxnSpLocks/>
            <a:stCxn id="4" idx="2"/>
            <a:endCxn id="17" idx="0"/>
          </p:cNvCxnSpPr>
          <p:nvPr/>
        </p:nvCxnSpPr>
        <p:spPr>
          <a:xfrm flipH="1">
            <a:off x="4145979" y="2302978"/>
            <a:ext cx="1" cy="12375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588F2B3-40D2-5965-78F4-D4FABA6B0CB9}"/>
              </a:ext>
            </a:extLst>
          </p:cNvPr>
          <p:cNvSpPr/>
          <p:nvPr/>
        </p:nvSpPr>
        <p:spPr>
          <a:xfrm>
            <a:off x="6480660" y="3429000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616AE-1AE9-752C-8157-D43113601A8B}"/>
              </a:ext>
            </a:extLst>
          </p:cNvPr>
          <p:cNvCxnSpPr>
            <a:cxnSpLocks/>
            <a:stCxn id="10" idx="2"/>
            <a:endCxn id="22" idx="0"/>
          </p:cNvCxnSpPr>
          <p:nvPr/>
        </p:nvCxnSpPr>
        <p:spPr>
          <a:xfrm>
            <a:off x="7146355" y="2302978"/>
            <a:ext cx="0" cy="112602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9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3408</TotalTime>
  <Words>239</Words>
  <Application>Microsoft Office PowerPoint</Application>
  <PresentationFormat>Widescreen</PresentationFormat>
  <Paragraphs>81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</cp:revision>
  <dcterms:created xsi:type="dcterms:W3CDTF">2026-09-24T02:17:12Z</dcterms:created>
  <dcterms:modified xsi:type="dcterms:W3CDTF">2026-10-15T09:44:24Z</dcterms:modified>
</cp:coreProperties>
</file>